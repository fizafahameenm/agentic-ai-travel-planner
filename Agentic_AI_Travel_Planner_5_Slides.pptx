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55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58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4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64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5073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0451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180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3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44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960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8832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2810571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585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2309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1192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3628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738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2775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Agentic AI-Based Travel Planning Assistant Using LangChain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4207939"/>
            <a:ext cx="7211412" cy="1848732"/>
          </a:xfrm>
        </p:spPr>
        <p:txBody>
          <a:bodyPr>
            <a:normAutofit fontScale="55000" lnSpcReduction="20000"/>
          </a:bodyPr>
          <a:lstStyle/>
          <a:p>
            <a:r>
              <a:rPr sz="2800" dirty="0"/>
              <a:t>Travel &amp; Tourism Domain</a:t>
            </a:r>
          </a:p>
          <a:p>
            <a:r>
              <a:rPr sz="2800" dirty="0"/>
              <a:t>Built with LangChain, </a:t>
            </a:r>
            <a:endParaRPr lang="en-US" sz="2800" dirty="0"/>
          </a:p>
          <a:p>
            <a:r>
              <a:rPr sz="2800" dirty="0"/>
              <a:t>Groq LLM, </a:t>
            </a:r>
            <a:endParaRPr lang="en-US" sz="2800" dirty="0"/>
          </a:p>
          <a:p>
            <a:r>
              <a:rPr sz="2800" dirty="0"/>
              <a:t>Streamlit, </a:t>
            </a:r>
            <a:endParaRPr lang="en-US" sz="2800" dirty="0"/>
          </a:p>
          <a:p>
            <a:r>
              <a:rPr sz="2800" dirty="0"/>
              <a:t>JSON Datasets, </a:t>
            </a:r>
            <a:endParaRPr lang="en-US" sz="2800" dirty="0"/>
          </a:p>
          <a:p>
            <a:r>
              <a:rPr sz="2800" dirty="0"/>
              <a:t>Open-</a:t>
            </a:r>
            <a:r>
              <a:rPr sz="2800" dirty="0" err="1"/>
              <a:t>Meteo</a:t>
            </a:r>
            <a:r>
              <a:rPr sz="2800" dirty="0"/>
              <a:t>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400" dirty="0"/>
              <a:t>Problem Statement &amp; Business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9130"/>
            <a:ext cx="8229600" cy="3728884"/>
          </a:xfrm>
        </p:spPr>
        <p:txBody>
          <a:bodyPr>
            <a:normAutofit/>
          </a:bodyPr>
          <a:lstStyle/>
          <a:p>
            <a:r>
              <a:rPr sz="3200" dirty="0"/>
              <a:t>Travelers use multiple platforms for flights, hotels, attractions, and weather.</a:t>
            </a:r>
          </a:p>
          <a:p>
            <a:r>
              <a:rPr sz="3200" dirty="0"/>
              <a:t>Automates itinerary creation and personalized recommendations.</a:t>
            </a:r>
          </a:p>
          <a:p>
            <a:r>
              <a:rPr sz="3200" dirty="0"/>
              <a:t>Useful for travel agencies, booking platforms, and tourism companies.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400" dirty="0"/>
              <a:t>System Architecture &amp; Agentic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155237"/>
            <a:ext cx="7765322" cy="4058751"/>
          </a:xfrm>
        </p:spPr>
        <p:txBody>
          <a:bodyPr>
            <a:normAutofit/>
          </a:bodyPr>
          <a:lstStyle/>
          <a:p>
            <a:r>
              <a:rPr sz="3200" dirty="0"/>
              <a:t>LangChain Agent receives user query.</a:t>
            </a:r>
          </a:p>
          <a:p>
            <a:r>
              <a:rPr sz="3200" dirty="0"/>
              <a:t>Tools: Flight Search, Hotel Recommendation, Places Discovery, Weather Lookup, Budget Estimation.</a:t>
            </a:r>
          </a:p>
          <a:p>
            <a:r>
              <a:rPr sz="3200" dirty="0"/>
              <a:t>Agent reasons, invokes tools and generates itineraries.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4400" dirty="0"/>
              <a:t>Implementation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1938927"/>
            <a:ext cx="7765322" cy="4058751"/>
          </a:xfrm>
        </p:spPr>
        <p:txBody>
          <a:bodyPr>
            <a:normAutofit/>
          </a:bodyPr>
          <a:lstStyle/>
          <a:p>
            <a:r>
              <a:rPr sz="3200" dirty="0"/>
              <a:t>JSON datasets: flights, hotels, places.</a:t>
            </a:r>
          </a:p>
          <a:p>
            <a:r>
              <a:rPr sz="3200" dirty="0"/>
              <a:t>Real-time weather using Open-</a:t>
            </a:r>
            <a:r>
              <a:rPr sz="3200" dirty="0" err="1"/>
              <a:t>Meteo</a:t>
            </a:r>
            <a:r>
              <a:rPr sz="3200" dirty="0"/>
              <a:t> API.</a:t>
            </a:r>
          </a:p>
          <a:p>
            <a:r>
              <a:rPr sz="3200" dirty="0"/>
              <a:t>Day-wise itinerary, hotel recommendations, budget estimation.</a:t>
            </a:r>
          </a:p>
          <a:p>
            <a:r>
              <a:rPr sz="3200" dirty="0" err="1"/>
              <a:t>Streamlit</a:t>
            </a:r>
            <a:r>
              <a:rPr sz="3200" dirty="0"/>
              <a:t>-based interactive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sz="4400" dirty="0"/>
              <a:t>Results, Benefits &amp; 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46" y="2086412"/>
            <a:ext cx="7765322" cy="4058751"/>
          </a:xfrm>
        </p:spPr>
        <p:txBody>
          <a:bodyPr>
            <a:normAutofit/>
          </a:bodyPr>
          <a:lstStyle/>
          <a:p>
            <a:r>
              <a:rPr sz="3200" dirty="0"/>
              <a:t>Complete travel plan with flights, hotels, weather, and budget.</a:t>
            </a:r>
          </a:p>
          <a:p>
            <a:r>
              <a:rPr sz="3200" dirty="0"/>
              <a:t>Improves user experience and saves planning time.</a:t>
            </a:r>
          </a:p>
          <a:p>
            <a:r>
              <a:rPr sz="3200" dirty="0"/>
              <a:t>Future: Dynamic city coordinates, advanced ranking, PDF export, deployment.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A304B1-40B0-BA8F-5C11-B9E379EBC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45" y="570271"/>
            <a:ext cx="8023124" cy="5614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9092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57819-1EBE-4734-22F6-DD635FFBF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A6D67E-1627-E1E3-3899-7E35D897B7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2" y="809367"/>
            <a:ext cx="8052619" cy="5239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212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5AE506-7AA7-F5B4-8261-9AC67DDAE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942" y="854918"/>
            <a:ext cx="7855974" cy="514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4065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0738A11-17B7-FB1C-F062-08E3D8938A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773646"/>
            <a:ext cx="7905135" cy="531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5920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37</TotalTime>
  <Words>173</Words>
  <Application>Microsoft Office PowerPoint</Application>
  <PresentationFormat>On-screen Show (4:3)</PresentationFormat>
  <Paragraphs>24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Calisto MT</vt:lpstr>
      <vt:lpstr>Wingdings 2</vt:lpstr>
      <vt:lpstr>Slate</vt:lpstr>
      <vt:lpstr>Agentic AI-Based Travel Planning Assistant Using LangChain</vt:lpstr>
      <vt:lpstr>Problem Statement &amp; Business Use Case</vt:lpstr>
      <vt:lpstr>System Architecture &amp; Agentic Workflow</vt:lpstr>
      <vt:lpstr>Implementation &amp; Features</vt:lpstr>
      <vt:lpstr>Results, Benefits &amp; Future Enhancements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fizaf</dc:creator>
  <cp:keywords/>
  <dc:description>generated using python-pptx</dc:description>
  <cp:lastModifiedBy>Fiza .M</cp:lastModifiedBy>
  <cp:revision>2</cp:revision>
  <dcterms:created xsi:type="dcterms:W3CDTF">2013-01-27T09:14:16Z</dcterms:created>
  <dcterms:modified xsi:type="dcterms:W3CDTF">2026-05-30T09:15:32Z</dcterms:modified>
  <cp:category/>
</cp:coreProperties>
</file>